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D700"/>
                </a:solidFill>
              </a:defRPr>
            </a:pPr>
            <a:r>
              <a:t>Welcome to the</a:t>
            </a:r>
          </a:p>
          <a:p>
            <a:r>
              <a:t>SBM-Mvulana Summit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D700"/>
                </a:solidFill>
              </a:defRPr>
            </a:pPr>
            <a:r>
              <a:t>Event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Date: November 16th, 2024</a:t>
            </a:r>
          </a:p>
          <a:p>
            <a:r>
              <a:t>• Time: 9:00 AM - 4:00 PM</a:t>
            </a:r>
          </a:p>
          <a:p>
            <a:r>
              <a:t>• Location: Bethune-Cookman University</a:t>
            </a:r>
          </a:p>
          <a:p>
            <a:r>
              <a:t>• Theme: Empowering Young Men for Success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D700"/>
                </a:solidFill>
              </a:defRPr>
            </a:pPr>
            <a:r>
              <a:t>Kevin McCrary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Keynote Speaker</a:t>
            </a:r>
          </a:p>
          <a:p/>
          <a:p>
            <a:r>
              <a:t>Experienced leader and mentor dedicated to empowering young men through education and community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D700"/>
                </a:solidFill>
              </a:defRPr>
            </a:pPr>
            <a:r>
              <a:t>Gabriel 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Featured Speaker</a:t>
            </a:r>
          </a:p>
          <a:p/>
          <a:p>
            <a:r>
              <a:t>Dynamic presenter focused on leadership development and personal growth for young men.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D700"/>
                </a:solidFill>
              </a:defRPr>
            </a:pPr>
            <a:r>
              <a:t>Omar Brown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Community Leader</a:t>
            </a:r>
          </a:p>
          <a:p/>
          <a:p>
            <a:r>
              <a:t>Passionate advocate for youth development and community building initiatives.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D700"/>
                </a:solidFill>
              </a:defRPr>
            </a:pPr>
            <a:r>
              <a:t>Alphonso Bush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Educational Leader</a:t>
            </a:r>
          </a:p>
          <a:p/>
          <a:p>
            <a:r>
              <a:t>Dedicated to academic excellence and student success through innovative programs.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D700"/>
                </a:solidFill>
              </a:defRPr>
            </a:pPr>
            <a:r>
              <a:t>Leary Wade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Mentorship Expert</a:t>
            </a:r>
          </a:p>
          <a:p/>
          <a:p>
            <a:r>
              <a:t>Specialist in youth mentoring and character development programs.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D700"/>
                </a:solidFill>
              </a:defRPr>
            </a:pPr>
            <a:r>
              <a:t>Genesis Robinson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Youth Advocate</a:t>
            </a:r>
          </a:p>
          <a:p/>
          <a:p>
            <a:r>
              <a:t>Committed to empowering young people through education and community engagement.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D700"/>
                </a:solidFill>
              </a:defRPr>
            </a:pPr>
            <a:r>
              <a:t>Speaker of the Day: Derrick Henry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Mayor of Daytona Beach</a:t>
            </a:r>
          </a:p>
          <a:p/>
          <a:p>
            <a:r>
              <a:t>Dedicated public servant and community leader committed to the growth and development of Daytona Beach and its residents.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D700"/>
                </a:solidFill>
              </a:defRPr>
            </a:pPr>
            <a:r>
              <a:t>Event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9:00 AM - Welcome &amp; Registration</a:t>
            </a:r>
          </a:p>
          <a:p>
            <a:r>
              <a:t>10:00 AM - Opening Remarks</a:t>
            </a:r>
          </a:p>
          <a:p>
            <a:r>
              <a:t>11:00 AM - Keynote Speakers</a:t>
            </a:r>
          </a:p>
          <a:p>
            <a:r>
              <a:t>12:00 PM - Lunch Break</a:t>
            </a:r>
          </a:p>
          <a:p>
            <a:r>
              <a:t>1:00 PM - Interactive Sessions</a:t>
            </a:r>
          </a:p>
          <a:p>
            <a:r>
              <a:t>2:30 PM - Panel Discussion</a:t>
            </a:r>
          </a:p>
          <a:p>
            <a:r>
              <a:t>3:30 PM - Closing Remarks</a:t>
            </a:r>
          </a:p>
          <a:p>
            <a:r>
              <a:t>4:00 PM - Networking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D700"/>
                </a:solidFill>
              </a:defRPr>
            </a:pPr>
            <a:r>
              <a:t>Register Now!</a:t>
            </a:r>
          </a:p>
          <a:p/>
          <a:p>
            <a:r>
              <a:t>Scan QR Code or Visit Website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